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0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FE91-D33A-4FB0-80BB-5758D709F570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46EF-22E4-4DC1-8914-AD3C69388DB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FE91-D33A-4FB0-80BB-5758D709F570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46EF-22E4-4DC1-8914-AD3C69388DB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FE91-D33A-4FB0-80BB-5758D709F570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46EF-22E4-4DC1-8914-AD3C69388DB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FE91-D33A-4FB0-80BB-5758D709F570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46EF-22E4-4DC1-8914-AD3C69388DB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FE91-D33A-4FB0-80BB-5758D709F570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46EF-22E4-4DC1-8914-AD3C69388DB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FE91-D33A-4FB0-80BB-5758D709F570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46EF-22E4-4DC1-8914-AD3C69388DB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FE91-D33A-4FB0-80BB-5758D709F570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46EF-22E4-4DC1-8914-AD3C69388DB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FE91-D33A-4FB0-80BB-5758D709F570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46EF-22E4-4DC1-8914-AD3C69388DB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FE91-D33A-4FB0-80BB-5758D709F570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46EF-22E4-4DC1-8914-AD3C69388DB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FE91-D33A-4FB0-80BB-5758D709F570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46EF-22E4-4DC1-8914-AD3C69388DB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6DFE91-D33A-4FB0-80BB-5758D709F570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4346EF-22E4-4DC1-8914-AD3C69388DB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6DFE91-D33A-4FB0-80BB-5758D709F570}" type="datetimeFigureOut">
              <a:rPr lang="en-US" smtClean="0"/>
              <a:pPr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4346EF-22E4-4DC1-8914-AD3C69388DB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600200" y="838200"/>
            <a:ext cx="642169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NextHikes</a:t>
            </a:r>
            <a:r>
              <a:rPr lang="en-US" sz="5400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IT Solutions</a:t>
            </a:r>
            <a:endParaRPr lang="en-US" sz="54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124200" y="2209800"/>
            <a:ext cx="305090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Project - 4</a:t>
            </a:r>
            <a:endParaRPr lang="en-US" sz="54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990600" y="3581400"/>
            <a:ext cx="755360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u="sng" dirty="0" smtClean="0"/>
              <a:t>Feature extraction and price prediction for mobile phones</a:t>
            </a:r>
            <a:endParaRPr lang="en-US" sz="2400" u="sng" dirty="0" smtClean="0"/>
          </a:p>
        </p:txBody>
      </p:sp>
      <p:sp>
        <p:nvSpPr>
          <p:cNvPr id="9" name="Rectangle 8"/>
          <p:cNvSpPr/>
          <p:nvPr/>
        </p:nvSpPr>
        <p:spPr>
          <a:xfrm>
            <a:off x="3352800" y="4572000"/>
            <a:ext cx="203132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Name - </a:t>
            </a:r>
            <a:r>
              <a:rPr lang="en-US" sz="2400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Jameel</a:t>
            </a:r>
            <a:endParaRPr lang="en-US" sz="24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828800" y="5715000"/>
            <a:ext cx="564455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Post Graduate Program in Data Science &amp; AI</a:t>
            </a:r>
            <a:endParaRPr lang="en-US" sz="24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762000"/>
            <a:ext cx="307180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u="sng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Import python libraries</a:t>
            </a:r>
            <a:endParaRPr lang="en-US" sz="2400" b="0" u="sng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600" y="1447800"/>
            <a:ext cx="183325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Read Dataset</a:t>
            </a:r>
            <a:endParaRPr lang="en-US" sz="24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2133600"/>
            <a:ext cx="288803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Start dataset cleaning</a:t>
            </a:r>
            <a:endParaRPr lang="en-US" sz="24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8600" y="2819400"/>
            <a:ext cx="346383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Remove Duplicated values</a:t>
            </a:r>
            <a:endParaRPr lang="en-US" sz="24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8600" y="3581400"/>
            <a:ext cx="213539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Remove Outlier</a:t>
            </a:r>
            <a:endParaRPr lang="en-US" sz="24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28600" y="4267200"/>
            <a:ext cx="254672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u="sng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Univariate</a:t>
            </a:r>
            <a:r>
              <a:rPr lang="en-US" sz="2400" u="sng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Analysis</a:t>
            </a:r>
            <a:endParaRPr lang="en-US" sz="2400" b="0" u="sng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8600" y="4953000"/>
            <a:ext cx="235436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u="sng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Bivariate</a:t>
            </a:r>
            <a:r>
              <a:rPr lang="en-US" sz="2400" u="sng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Analysis</a:t>
            </a:r>
            <a:endParaRPr lang="en-US" sz="2400" b="0" u="sng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8600" y="5638800"/>
            <a:ext cx="278557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u="sng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Multivariate Analysis</a:t>
            </a:r>
            <a:endParaRPr lang="en-US" sz="2400" b="0" u="sng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71800" y="381000"/>
            <a:ext cx="384714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u="sng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Univariate</a:t>
            </a:r>
            <a:r>
              <a:rPr lang="en-US" sz="3600" b="1" u="sng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Analysis</a:t>
            </a:r>
            <a:endParaRPr lang="en-US" sz="3600" b="1" u="sng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8600" y="1371600"/>
            <a:ext cx="574529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Distribution of Memory (Using = </a:t>
            </a:r>
            <a:r>
              <a:rPr lang="en-US" sz="24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Countplot</a:t>
            </a:r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)</a:t>
            </a:r>
            <a:endParaRPr lang="en-US" sz="2400" b="1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2052935"/>
            <a:ext cx="527747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Distribution of RAM (Using = </a:t>
            </a:r>
            <a:r>
              <a:rPr lang="en-US" sz="24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Countplot</a:t>
            </a:r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)</a:t>
            </a:r>
            <a:endParaRPr lang="en-US" sz="2400" b="1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8600" y="2662535"/>
            <a:ext cx="555959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Distribution of AI Lens (Using = </a:t>
            </a:r>
            <a:r>
              <a:rPr lang="en-US" sz="24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Countplot</a:t>
            </a:r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)</a:t>
            </a:r>
            <a:endParaRPr lang="en-US" sz="2400" b="1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8600" y="3348335"/>
            <a:ext cx="626293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Distribution of Price (Using = subplot, </a:t>
            </a:r>
            <a:r>
              <a:rPr lang="en-US" sz="24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histoplot</a:t>
            </a:r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)</a:t>
            </a:r>
            <a:endParaRPr lang="en-US" sz="2400" b="1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28600" y="3957935"/>
            <a:ext cx="587199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Price Visualization (Using = subplot, </a:t>
            </a:r>
            <a:r>
              <a:rPr lang="en-US" sz="24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boxplot</a:t>
            </a:r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)</a:t>
            </a:r>
            <a:endParaRPr lang="en-US" sz="2400" b="1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8600" y="5798403"/>
            <a:ext cx="7089826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Before removing outlier: </a:t>
            </a:r>
          </a:p>
          <a:p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Mobile Height Visualization (Using = subplot, </a:t>
            </a:r>
            <a:r>
              <a:rPr lang="en-US" sz="24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boxplot</a:t>
            </a:r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)</a:t>
            </a:r>
            <a:endParaRPr lang="en-US" sz="2400" b="1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8600" y="4655403"/>
            <a:ext cx="7446269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Before removing outlier: </a:t>
            </a:r>
          </a:p>
          <a:p>
            <a:pPr algn="ctr"/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Distribution of Mobile Height (Using = subplot, </a:t>
            </a:r>
            <a:r>
              <a:rPr lang="en-US" sz="24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histoplot</a:t>
            </a:r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)</a:t>
            </a:r>
            <a:endParaRPr lang="en-US" sz="2400" b="1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8600" y="605135"/>
            <a:ext cx="38694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Distribution of Top 5 Battery 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443335"/>
            <a:ext cx="369242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Distribution of Top 10 Color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2510135"/>
            <a:ext cx="384470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Distribution of Top 10 Model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3500735"/>
            <a:ext cx="4252896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Distribution of Top 10 Processor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4415135"/>
            <a:ext cx="373987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Distribution of Rear Camera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2530" y="5405735"/>
            <a:ext cx="3835474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Distribution of Front Camera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71800" y="533400"/>
            <a:ext cx="355539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u="sng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Bivariate</a:t>
            </a:r>
            <a:r>
              <a:rPr lang="en-US" sz="3600" b="1" u="sng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</a:t>
            </a:r>
            <a:r>
              <a:rPr lang="en-US" sz="3600" b="1" u="sng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Analysis</a:t>
            </a:r>
            <a:endParaRPr lang="en-US" sz="3600" b="1" u="sng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74171" y="1524000"/>
            <a:ext cx="745062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Standard Memory &amp; RAM Combination Popularity in GBs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62200"/>
            <a:ext cx="6768263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Most Popular Front &amp; Rear Camera Market Demand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348335"/>
            <a:ext cx="344254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Mobile Height v/s Battery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338935"/>
            <a:ext cx="493898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Relationship between Price &amp; Battery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449005" y="5405735"/>
            <a:ext cx="564699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Relationship between Rear Camera &amp; Price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971800" y="533400"/>
            <a:ext cx="4223849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1" u="sng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Multivariate </a:t>
            </a:r>
            <a:r>
              <a:rPr lang="en-US" sz="3600" b="1" u="sng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Analysis</a:t>
            </a:r>
            <a:endParaRPr lang="en-US" sz="3600" b="1" u="sng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2863669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Correlation </a:t>
            </a:r>
            <a:r>
              <a:rPr lang="en-US" sz="24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Heatmap</a:t>
            </a:r>
            <a:endParaRPr lang="en-US" sz="2400" b="1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57200" y="2667000"/>
            <a:ext cx="347454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Battery </a:t>
            </a:r>
            <a:r>
              <a:rPr lang="en-US" sz="2400" b="1" dirty="0" err="1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vs</a:t>
            </a:r>
            <a:r>
              <a:rPr lang="en-US" sz="2400" b="1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Prize with 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610959" y="4038600"/>
            <a:ext cx="2741841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2400" b="1" u="sng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Feature engineering</a:t>
            </a:r>
            <a:endParaRPr lang="en-US" sz="2400" b="1" u="sng" dirty="0" smtClean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191</Words>
  <Application>Microsoft Office PowerPoint</Application>
  <PresentationFormat>On-screen Show (4:3)</PresentationFormat>
  <Paragraphs>39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pc</dc:creator>
  <cp:lastModifiedBy>pc</cp:lastModifiedBy>
  <cp:revision>17</cp:revision>
  <dcterms:created xsi:type="dcterms:W3CDTF">2026-01-20T05:30:21Z</dcterms:created>
  <dcterms:modified xsi:type="dcterms:W3CDTF">2026-04-28T05:02:18Z</dcterms:modified>
</cp:coreProperties>
</file>